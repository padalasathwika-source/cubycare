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9E00"/>
                </a:solidFill>
              </a:defRPr>
            </a:pPr>
            <a:r>
              <a:t>CubyCare</a:t>
            </a:r>
          </a:p>
          <a:p>
            <a:pPr>
              <a:spcBef>
                <a:spcPts val="1400"/>
              </a:spcBef>
              <a:defRPr sz="2400">
                <a:solidFill>
                  <a:srgbClr val="FFFFFF"/>
                </a:solidFill>
              </a:defRPr>
            </a:pPr>
            <a:r>
              <a:t>Complete Smart Child Healthcare, Growth &amp; Milestone Tracking Platform</a:t>
            </a:r>
          </a:p>
          <a:p>
            <a:pPr>
              <a:spcBef>
                <a:spcPts val="2000"/>
              </a:spcBef>
              <a:defRPr sz="1600">
                <a:solidFill>
                  <a:srgbClr val="E0F2FE"/>
                </a:solidFill>
              </a:defRPr>
            </a:pPr>
            <a:r>
              <a:t>An All-in-One Pediatric Companion for Modern Digital Parenting</a:t>
            </a:r>
          </a:p>
          <a:p>
            <a:pPr>
              <a:spcBef>
                <a:spcPts val="3000"/>
              </a:spcBef>
              <a:defRPr sz="1300">
                <a:solidFill>
                  <a:srgbClr val="BAE6FD"/>
                </a:solidFill>
              </a:defRPr>
            </a:pPr>
            <a:r>
              <a:t>Auditorium Feature Presentation | Smart Pediatric Health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9E00"/>
                </a:solidFill>
              </a:defRPr>
            </a:pPr>
            <a:r>
              <a:t>CUBYCARE PLATFORM</a:t>
            </a:r>
          </a:p>
          <a:p>
            <a:pPr>
              <a:defRPr sz="2600" b="1">
                <a:solidFill>
                  <a:srgbClr val="023E8A"/>
                </a:solidFill>
              </a:defRPr>
            </a:pPr>
            <a:r>
              <a:t>The Problem &amp; The CubyCare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CHALLENGES IN CHILDCARE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Fragmented Health Records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Paper-based immunization cards often get lost, leading to missed mandatory vaccines.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Developmental Ambiguity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Parents struggle to track growth benchmarks (height/weight) against WHO standards.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Multi-Child Confusion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Managing profiles, allergies, and daily medicine doses for multiple children creates friction.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• Account Data Leakage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apps mix profiles when switching parent logins or reinstalling.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400" b="1">
                <a:solidFill>
                  <a:srgbClr val="15803D"/>
                </a:solidFill>
              </a:defRPr>
            </a:pPr>
            <a:r>
              <a:t>THE CUBYCARE SOLUTION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✔ Unified Pediatric Dashboard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Single tap access to vaccines, growth logs, food diary, medicines, and vitals.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✔ Exact Age Tracking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Live age display computed dynamically down to exact Years, Months, and Days.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✔ Isolated Parent Accounts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Strict Firebase Firestore mapping ensures parent data remains completely separate.</a:t>
            </a:r>
          </a:p>
          <a:p>
            <a:pPr>
              <a:spcBef>
                <a:spcPts val="1000"/>
              </a:spcBef>
              <a:defRPr b="1" sz="1300">
                <a:solidFill>
                  <a:srgbClr val="0F172A"/>
                </a:solidFill>
              </a:defRPr>
            </a:pPr>
            <a:r>
              <a:t>✔ Emergency Symptoms Engine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CubyAlert system provides immediate red-flag condition triage and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9E00"/>
                </a:solidFill>
              </a:defRPr>
            </a:pPr>
            <a:r>
              <a:t>CUBYCARE PLATFORM</a:t>
            </a:r>
          </a:p>
          <a:p>
            <a:pPr>
              <a:defRPr sz="2600" b="1">
                <a:solidFill>
                  <a:srgbClr val="023E8A"/>
                </a:solidFill>
              </a:defRPr>
            </a:pPr>
            <a:r>
              <a:t>The 6 Core Pillars of CubyCare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1. Dynamic Child Profile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Calculates age in Years, Months &amp; Days. Secure avatar upload, gender &amp; birth metrics logging.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2. Growth &amp; Milestones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WHO percentile growth curves (Weight/Height/Head) + age-based cognitive milestone checklists.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3. Smart Vaccination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Complete WHO/National immunization schedule, status tracker, and automated push reminders.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4. Nutrition &amp; Food Diary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Daily meal tracker, allergy management, dietary preferences, and nutritional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5. Medicine &amp; Symptoms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Active dosage schedules, medicine flowchart, treatment history, and CubyAlert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6. Play, Naps &amp; Guide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Age-appropriate fun activities, sleep duration benchmarks, and expert parenting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9E00"/>
                </a:solidFill>
              </a:defRPr>
            </a:pPr>
            <a:r>
              <a:t>CUBYCARE PLATFORM</a:t>
            </a:r>
          </a:p>
          <a:p>
            <a:pPr>
              <a:defRPr sz="2600" b="1">
                <a:solidFill>
                  <a:srgbClr val="023E8A"/>
                </a:solidFill>
              </a:defRPr>
            </a:pPr>
            <a:r>
              <a:t>Smart Health, Medicines &amp; Emergency 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3E8A"/>
                </a:solidFill>
              </a:defRPr>
            </a:pPr>
            <a:r>
              <a:t>Medicine Tracker &amp; Dosage Schedule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Track active vs completed medication courses.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Record exact dosage, frequency, and prescribing doctor.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Interactive Medicine Flowchart for treatment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3E8A"/>
                </a:solidFill>
              </a:defRPr>
            </a:pPr>
            <a:r>
              <a:t>CubyAlert Emergency Symptoms Engine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Instant red-flag triage for High Fever, Dehydration, Breathing issues.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Clear step-by-step first-aid and emergency call triggers.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Peace of mind during critical pediatric moments.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3E8A"/>
                </a:solidFill>
              </a:defRPr>
            </a:pPr>
            <a:r>
              <a:t>Vitals &amp; Doctor Appointment Manager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Log body temperature, heart rate, oxygen level (SpO2).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Store pediatrician appointment notes and follow-up dates.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Comprehensive health summary ready for hospital visits.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9E00"/>
                </a:solidFill>
              </a:defRPr>
            </a:pPr>
            <a:r>
              <a:t>CUBYCARE PLATFORM</a:t>
            </a:r>
          </a:p>
          <a:p>
            <a:pPr>
              <a:defRPr sz="2600" b="1">
                <a:solidFill>
                  <a:srgbClr val="023E8A"/>
                </a:solidFill>
              </a:defRPr>
            </a:pPr>
            <a:r>
              <a:t>Architecture: Privacy, Account Isolation &amp; Sync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400" b="1">
                <a:solidFill>
                  <a:srgbClr val="023E8A"/>
                </a:solidFill>
              </a:defRPr>
            </a:pPr>
            <a:r>
              <a:t>STRICT ACCOUNT ISOLATION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🔒 Scoped Firestore Collections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Every child profile is mapped to the logged-in parent's unique Auth UID.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🔒 Zero Cross-Account Leakage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Logging in with a different account or reinstalling the app cleanly isolated child profiles.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🔒 Parent Account Removal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Full capability to remove parent accounts and delete associated data securely.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🔒 Guest Mode Handling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Temporary local sandbox that does not contaminate registered cloud parent profiles.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400" b="1">
                <a:solidFill>
                  <a:srgbClr val="023E8A"/>
                </a:solidFill>
              </a:defRPr>
            </a:pPr>
            <a:r>
              <a:t>CLOUD SYNC &amp; OFFLINE RESILIENCE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☁️ Real-time Firebase Firestore Sync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 synchronization across mother &amp; father devices when connected.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☁️ Offline Local Cache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Local persistence ensures vaccination &amp; growth records are accessible without internet.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☁️ Android WorkManager Integration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Background vaccine reminder notifications scheduled reliably 24/7.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☁️ Encrypted Security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Industry-standard Firebase Authentication protecting health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9E00"/>
                </a:solidFill>
              </a:defRPr>
            </a:pPr>
            <a:r>
              <a:t>CUBYCARE PLATFORM</a:t>
            </a:r>
          </a:p>
          <a:p>
            <a:pPr>
              <a:defRPr sz="2600" b="1">
                <a:solidFill>
                  <a:srgbClr val="023E8A"/>
                </a:solidFill>
              </a:defRPr>
            </a:pPr>
            <a:r>
              <a:t>UI/UX Design, Theme Engine &amp; Smooth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Silky Material Crossfade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Eliminated frame drops with FastOutSlowInEasing (200ms) transitions for fluid navigation.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Custom Color Palette Picker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Multiple aesthetic themes: Ocean Blue, Emerald Green, Soft Rose, and Sunset Warmth.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High-Legibility Dark Mode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True dark palette with #0F172A background and high-contrast #F8FAFC text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Enhanced Settings Controls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Interactive ON/OFF visual pill toggles for notifications, reminders, and sound.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300" b="1">
                <a:solidFill>
                  <a:srgbClr val="023E8A"/>
                </a:solidFill>
              </a:defRPr>
            </a:pPr>
            <a:r>
              <a:t>Vivid Ambient Artwork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Soft, non-distracting background artwork tailored to nursery and mother-baby care.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E00"/>
                </a:solidFill>
              </a:defRPr>
            </a:pPr>
            <a:r>
              <a:t>FUTURE ROADMAP &amp; IMPACT</a:t>
            </a:r>
          </a:p>
          <a:p>
            <a:pPr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Transforming Digital Child Healthcare</a:t>
            </a:r>
          </a:p>
          <a:p>
            <a:pPr>
              <a:spcBef>
                <a:spcPts val="1600"/>
              </a:spcBef>
              <a:defRPr sz="1400">
                <a:solidFill>
                  <a:srgbClr val="E0F2FE"/>
                </a:solidFill>
              </a:defRPr>
            </a:pPr>
            <a:r>
              <a:t>🚀 AI Pediatric Assistant (Gemini API) — Smart conversational AI to answer parenting queries and analyze symptoms.</a:t>
            </a:r>
          </a:p>
          <a:p>
            <a:pPr>
              <a:spcBef>
                <a:spcPts val="1600"/>
              </a:spcBef>
              <a:defRPr sz="1400">
                <a:solidFill>
                  <a:srgbClr val="E0F2FE"/>
                </a:solidFill>
              </a:defRPr>
            </a:pPr>
            <a:r>
              <a:t>🚀 Pediatrician PDF Export — One-click export of complete growth &amp; vaccine records for hospital visits.</a:t>
            </a:r>
          </a:p>
          <a:p>
            <a:pPr>
              <a:spcBef>
                <a:spcPts val="1600"/>
              </a:spcBef>
              <a:defRPr sz="1400">
                <a:solidFill>
                  <a:srgbClr val="E0F2FE"/>
                </a:solidFill>
              </a:defRPr>
            </a:pPr>
            <a:r>
              <a:t>🚀 Smart Wearable Sync — Direct Bluetooth connectivity with smart thermometers &amp; pulse oximeters.</a:t>
            </a:r>
          </a:p>
          <a:p>
            <a:pPr>
              <a:spcBef>
                <a:spcPts val="1600"/>
              </a:spcBef>
              <a:defRPr sz="1400">
                <a:solidFill>
                  <a:srgbClr val="E0F2FE"/>
                </a:solidFill>
              </a:defRPr>
            </a:pPr>
            <a:r>
              <a:t>🚀 Community &amp; Expert Forums — Verified pediatrician Q&amp;A space for milestone guidance.</a:t>
            </a:r>
          </a:p>
          <a:p>
            <a:pPr>
              <a:spcBef>
                <a:spcPts val="3600"/>
              </a:spcBef>
              <a:defRPr sz="1800" b="1">
                <a:solidFill>
                  <a:srgbClr val="FF9E00"/>
                </a:solidFill>
              </a:defRPr>
            </a:pPr>
            <a:r>
              <a:t>CubyCare — Nurturing Every Milestone with Love, Precision &amp; Peace of Mind.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